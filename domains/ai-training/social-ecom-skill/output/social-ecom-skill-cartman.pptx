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_lay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_lay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_thre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_takea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社交电商 × 两层拆解法 · 8 页课件</dc:title>
  <dc:subject>社交电商 41 场景 / 两层拆解法 / 90 天落地 · 手绘叙事马卡龙</dc:subject>
  <dc:creator>hmy1990116 · ai-training-methodology</dc:creator>
  <cp:keywords>社交电商 · 两层拆解法 · 四象限 · 原子级 · 六维 · Skill 类型 · 角色升级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