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P0 · Cover</a:t>
            </a:r>
          </a:p>
        </p:txBody>
      </p:sp>
      <p:pic>
        <p:nvPicPr>
          <p:cNvPr id="3" name="Picture 2" descr="p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P1 · Hook</a:t>
            </a:r>
          </a:p>
        </p:txBody>
      </p:sp>
      <p:pic>
        <p:nvPicPr>
          <p:cNvPr id="3" name="Picture 2" descr="p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P2 · Overview</a:t>
            </a:r>
          </a:p>
        </p:txBody>
      </p:sp>
      <p:pic>
        <p:nvPicPr>
          <p:cNvPr id="3" name="Picture 2" descr="p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P3 · Layer1</a:t>
            </a:r>
          </a:p>
        </p:txBody>
      </p:sp>
      <p:pic>
        <p:nvPicPr>
          <p:cNvPr id="3" name="Picture 2" descr="p3_lay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P4 · Layer2</a:t>
            </a:r>
          </a:p>
        </p:txBody>
      </p:sp>
      <p:pic>
        <p:nvPicPr>
          <p:cNvPr id="3" name="Picture 2" descr="p4_lay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P5 · Three · Types</a:t>
            </a:r>
          </a:p>
        </p:txBody>
      </p:sp>
      <p:pic>
        <p:nvPicPr>
          <p:cNvPr id="3" name="Picture 2" descr="p5_thre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P6 · Roles</a:t>
            </a:r>
          </a:p>
        </p:txBody>
      </p:sp>
      <p:pic>
        <p:nvPicPr>
          <p:cNvPr id="3" name="Picture 2" descr="p6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71E"/>
                </a:solidFill>
                <a:latin typeface="Microsoft YaHei"/>
              </a:rPr>
              <a:t>P7 · Takeaways</a:t>
            </a:r>
          </a:p>
        </p:txBody>
      </p:sp>
      <p:pic>
        <p:nvPicPr>
          <p:cNvPr id="3" name="Picture 2" descr="p7_takea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12191695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社交电商 × 两层拆解法</dc:title>
  <dc:subject>AI Native Team Methodology · 8 页课件（含顶部文字框可编辑）</dc:subject>
  <dc:creator>hmy1990116 · ai-training-methodology</dc:creator>
  <cp:keywords>社交电商 · 两层拆解法 · editable mode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